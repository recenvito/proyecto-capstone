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3efa4395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3efa4395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80c32d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80c32d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80c32d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80c32d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80c32df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80c32df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80c32df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80c32df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dc92f5d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9dc92f5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880c32df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880c32df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dc92f5d8_7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9dc92f5d8_7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880c32df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880c32df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dc92f5d8_7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9dc92f5d8_7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9dc92f5d8_7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9dc92f5d8_7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9dc92f5d8_7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9dc92f5d8_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80c32df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880c32df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80c32df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880c32df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246475" y="83877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de gestión de atenciones </a:t>
            </a:r>
            <a:r>
              <a:rPr lang="es"/>
              <a:t>clínicas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4309850" y="4058675"/>
            <a:ext cx="51804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Integrantes: Ignacio Pizarro. Tomas Escalona. Diego Salas. Rodrigo Maira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Asignatura: PTY4614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Docente: Cindy Betzabe Contador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75" y="96876"/>
            <a:ext cx="2654225" cy="6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Al día de hoy, muchas clínicas, hospitales y centros de salud no cuentan con una digitalización correcta para la gran cantidad de pacientes que atienden.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Problemas en la velocidad de atención: Los procesos lentos y la dependencia de registros desconectados provocan esperas prolongadas.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Dificultades en la agenda de citas: Pedir, modificar o hacerle seguimiento a una hora médica se vuelve un proceso ineficiente, lo que genera desorganización, espacios perdidos y frustración en la planificación diaria.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Riesgos en el seguimiento de los tratamientos farmacológicos: Al no haber un registro claro ni un canal de seguimiento unificado, se pierde la trazabilidad de los medicamentos.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175" y="1400975"/>
            <a:ext cx="2637601" cy="282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14000" y="1420450"/>
            <a:ext cx="5010300" cy="3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El centro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neurológico infantil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Centro Enlaces no cuenta con procesos digitales apropiados para la organización de fichas clínicas de los pacientes, esto los obliga a realizar los procedimientos de revisar el historial clínico, tomar datos del paciente y acceder a los reportes de los tratamientos de forma ineficaz y lenta, sumado a la falta de seguimiento que afecta tanto a doctores por el tiempo perdido como a pacientes por la lentitud de los procesos.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3075" y="1790081"/>
            <a:ext cx="2564775" cy="257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306525" y="1435400"/>
            <a:ext cx="85206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Para solucionar esto se ha decidido implementar una aplicación web que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gestione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automatice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los procesos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clínicos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las fichas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clínicas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los datos de los pacientes, el seguimiento de los tratamientos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farmacológicos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y el seguimiento de las citas con los pacientes.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Esta solución permite digitalizar y organizar la creación de las fichas e informes de los pacientes, acceder al historial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médico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del paciente, el seguimiento y trazabilidad de las citas con los especialistas, el seguimiento de los tratamientos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farmacológicos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y posibles reacciones adversas a estos, todo esto concentrado en un espacio unificado y digital al que los doctores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podrán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acceder.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550" y="3316975"/>
            <a:ext cx="2880726" cy="18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644675" y="238675"/>
            <a:ext cx="4166400" cy="43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General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Desarrollar e implementar una aplicación web para la gestión de atenciones </a:t>
            </a:r>
            <a:r>
              <a:rPr lang="es"/>
              <a:t>clínicas, incluyendo seguimiento, tratamiento e historial clínico en un periodo de 3 meses.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Objetivos </a:t>
            </a:r>
            <a:r>
              <a:rPr lang="es"/>
              <a:t>específicos</a:t>
            </a:r>
            <a:endParaRPr>
              <a:solidFill>
                <a:schemeClr val="lt2"/>
              </a:solidFill>
            </a:endParaRPr>
          </a:p>
          <a:p>
            <a:pPr indent="-311150" lvl="0" marL="45720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 sz="1100"/>
              <a:t>Identificar y documentar los requerimientos del sistema durante las primeras 3 semanas.</a:t>
            </a:r>
            <a:endParaRPr sz="1100"/>
          </a:p>
          <a:p>
            <a:pPr indent="-3111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100"/>
              <a:t>Diseñar la arquitectura, roles e interfaces principales del sistema durante las semanas 4 y 5.</a:t>
            </a:r>
            <a:endParaRPr sz="1100"/>
          </a:p>
          <a:p>
            <a:pPr indent="-3111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100"/>
              <a:t>Implementar la autenticación y gestión de usuarios según sus roles.</a:t>
            </a:r>
            <a:endParaRPr sz="1100"/>
          </a:p>
          <a:p>
            <a:pPr indent="-3111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100"/>
              <a:t>Desarrollar el registro y consulta de pacientes, atenciones, procedimientos y medicamentos.</a:t>
            </a:r>
            <a:endParaRPr sz="1100"/>
          </a:p>
          <a:p>
            <a:pPr indent="-3111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100"/>
              <a:t>Implementar el seguimiento e historial de las atenciones clínicas.</a:t>
            </a:r>
            <a:endParaRPr sz="1100"/>
          </a:p>
          <a:p>
            <a:pPr indent="-3111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100"/>
              <a:t>Realizar pruebas funcionales y corregir errores antes de la entrega final.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573" y="1204200"/>
            <a:ext cx="2071151" cy="20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y desarrollo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Para el desarrollo de este proyecto se ha decidido usar la </a:t>
            </a:r>
            <a:r>
              <a:rPr lang="es"/>
              <a:t>metodología</a:t>
            </a:r>
            <a:r>
              <a:rPr lang="es"/>
              <a:t> tradicional (cascada), esto por la definición temprana de los objetivos del cliente, al usar esta </a:t>
            </a:r>
            <a:r>
              <a:rPr lang="es"/>
              <a:t>metodología</a:t>
            </a:r>
            <a:r>
              <a:rPr lang="es"/>
              <a:t> se </a:t>
            </a:r>
            <a:r>
              <a:rPr lang="es"/>
              <a:t>usará</a:t>
            </a:r>
            <a:r>
              <a:rPr lang="es"/>
              <a:t> una carta gantt tradicional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0" y="1277025"/>
            <a:ext cx="4527600" cy="3549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Carta Gantt</a:t>
            </a:r>
            <a:endParaRPr/>
          </a:p>
        </p:txBody>
      </p:sp>
      <p:pic>
        <p:nvPicPr>
          <p:cNvPr id="107" name="Google Shape;107;p19" title="Captura de pantalla (19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425" y="1347825"/>
            <a:ext cx="5213853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Herramientas</a:t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314000" y="1487725"/>
            <a:ext cx="3366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Gestión: Jira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Programación: Visual Studio Code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Framework: Django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Base de datos: Oracle SQL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Control de versiones: GitHub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Prototipo: Figma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eligieron estas herramientas al ser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fáciles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usar, capaz de adaptarse a distintos entornos y el conocimiento del equipo con estas herramientas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722" y="1580213"/>
            <a:ext cx="4835226" cy="29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200" y="1388553"/>
            <a:ext cx="6553602" cy="34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336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Prototipo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475" y="1338725"/>
            <a:ext cx="7189051" cy="380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150" y="1277025"/>
            <a:ext cx="7329759" cy="386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400" y="1343603"/>
            <a:ext cx="6673199" cy="353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50" y="1321900"/>
            <a:ext cx="7001699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¿Que se espera aprender?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71325" y="1352800"/>
            <a:ext cx="5394000" cy="3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Más allá de entregar el software, este proyecto representa una oportunidad clave para desarrollarnos como equipo de tecnología en los siguientes aspectos: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Organización y planificación real: Al trabajar con una Carta Gantt y Jira, aprenderemos a distribuir tareas, cumplir plazos y medir nuestro avance semanal de forma estructurada.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Colaboración técnica con Git y GitHub: Fortaleceremos el manejo del control de versiones para trabajar en paralelo sobre el mismo código sin pisarnos el trabajo, resolviendo conflictos y manteniendo un historial limpio.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Del diseño a la solución: Desde plasmar las ideas iniciales en Canva hasta programar en Visual Studio Code, aprenderemos a transformar un problema real de salud en una aplicación funcional y útil.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Toma de decisiones en equipo: Nos enfrentaremos a desafíos técnicos y de diseño (como definir el framework y la base de datos), lo que pondrá a prueba nuestra comunicación, la adaptabilidad ante los imprevistos y la capacidad de llegar a acuerdos rápidos.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5325" y="2088800"/>
            <a:ext cx="3508925" cy="234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153" name="Google Shape;153;p27"/>
          <p:cNvSpPr txBox="1"/>
          <p:nvPr/>
        </p:nvSpPr>
        <p:spPr>
          <a:xfrm>
            <a:off x="432550" y="1392050"/>
            <a:ext cx="3523500" cy="3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 conclusión, considerando la importancia de mejorar la efectividad y velocidad de las atenciones para los pacientes consideramos este proyecto como una gran oportunidad para aprender, tanto en desarrollo como en colaboración, dando como resultado un proyecto que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mejorará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en gran medida la efectividad y el seguimiento de las atenciones que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recibirán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los pacientes de Centro Enlaces, ahora se debe dar el siguiente paso para poder desarrollar el proyecto funcional de forma coordinada y documentada para asegurar el 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éxito</a:t>
            </a: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del proyecto.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050" y="1536550"/>
            <a:ext cx="4883154" cy="2603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